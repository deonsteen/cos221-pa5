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. T September" userId="51f3de30-004f-4123-a7a3-2438d4656d8e" providerId="ADAL" clId="{C06F209E-D803-477B-8B3B-F5E400B59551}"/>
    <pc:docChg chg="undo custSel delSld modSld">
      <pc:chgData name="Mr. T September" userId="51f3de30-004f-4123-a7a3-2438d4656d8e" providerId="ADAL" clId="{C06F209E-D803-477B-8B3B-F5E400B59551}" dt="2026-05-23T13:20:16.457" v="313" actId="208"/>
      <pc:docMkLst>
        <pc:docMk/>
      </pc:docMkLst>
      <pc:sldChg chg="addSp delSp modSp mod">
        <pc:chgData name="Mr. T September" userId="51f3de30-004f-4123-a7a3-2438d4656d8e" providerId="ADAL" clId="{C06F209E-D803-477B-8B3B-F5E400B59551}" dt="2026-05-23T13:20:16.457" v="313" actId="208"/>
        <pc:sldMkLst>
          <pc:docMk/>
          <pc:sldMk cId="2354769439" sldId="256"/>
        </pc:sldMkLst>
        <pc:picChg chg="mod">
          <ac:chgData name="Mr. T September" userId="51f3de30-004f-4123-a7a3-2438d4656d8e" providerId="ADAL" clId="{C06F209E-D803-477B-8B3B-F5E400B59551}" dt="2026-05-23T12:46:09.167" v="162" actId="1076"/>
          <ac:picMkLst>
            <pc:docMk/>
            <pc:sldMk cId="2354769439" sldId="256"/>
            <ac:picMk id="13" creationId="{27F055DF-CA0C-2438-72BA-BF7B9FF11BA2}"/>
          </ac:picMkLst>
        </pc:picChg>
        <pc:picChg chg="add del mod">
          <ac:chgData name="Mr. T September" userId="51f3de30-004f-4123-a7a3-2438d4656d8e" providerId="ADAL" clId="{C06F209E-D803-477B-8B3B-F5E400B59551}" dt="2026-05-23T12:50:37.129" v="201" actId="478"/>
          <ac:picMkLst>
            <pc:docMk/>
            <pc:sldMk cId="2354769439" sldId="256"/>
            <ac:picMk id="15" creationId="{B9184C74-39F2-2D9D-89D6-D342350D66D9}"/>
          </ac:picMkLst>
        </pc:picChg>
        <pc:picChg chg="mod">
          <ac:chgData name="Mr. T September" userId="51f3de30-004f-4123-a7a3-2438d4656d8e" providerId="ADAL" clId="{C06F209E-D803-477B-8B3B-F5E400B59551}" dt="2026-05-20T05:47:30.670" v="36" actId="14100"/>
          <ac:picMkLst>
            <pc:docMk/>
            <pc:sldMk cId="2354769439" sldId="256"/>
            <ac:picMk id="17" creationId="{A82F7FCF-1F9F-D27C-8E03-98D8F460BD0B}"/>
          </ac:picMkLst>
        </pc:picChg>
        <pc:cxnChg chg="add mod">
          <ac:chgData name="Mr. T September" userId="51f3de30-004f-4123-a7a3-2438d4656d8e" providerId="ADAL" clId="{C06F209E-D803-477B-8B3B-F5E400B59551}" dt="2026-05-23T12:44:12.283" v="151" actId="14100"/>
          <ac:cxnSpMkLst>
            <pc:docMk/>
            <pc:sldMk cId="2354769439" sldId="256"/>
            <ac:cxnSpMk id="3" creationId="{C5DB31E1-3E9E-144F-0842-56E21602A00F}"/>
          </ac:cxnSpMkLst>
        </pc:cxnChg>
        <pc:cxnChg chg="add mod">
          <ac:chgData name="Mr. T September" userId="51f3de30-004f-4123-a7a3-2438d4656d8e" providerId="ADAL" clId="{C06F209E-D803-477B-8B3B-F5E400B59551}" dt="2026-05-23T12:44:19.403" v="152" actId="14100"/>
          <ac:cxnSpMkLst>
            <pc:docMk/>
            <pc:sldMk cId="2354769439" sldId="256"/>
            <ac:cxnSpMk id="5" creationId="{71FE58B8-A41A-887C-AE23-4FDC76A3E3E7}"/>
          </ac:cxnSpMkLst>
        </pc:cxnChg>
        <pc:cxnChg chg="add mod">
          <ac:chgData name="Mr. T September" userId="51f3de30-004f-4123-a7a3-2438d4656d8e" providerId="ADAL" clId="{C06F209E-D803-477B-8B3B-F5E400B59551}" dt="2026-05-23T12:43:54.923" v="148" actId="208"/>
          <ac:cxnSpMkLst>
            <pc:docMk/>
            <pc:sldMk cId="2354769439" sldId="256"/>
            <ac:cxnSpMk id="7" creationId="{C812F613-961B-4760-8B11-649D0B84FC76}"/>
          </ac:cxnSpMkLst>
        </pc:cxnChg>
        <pc:cxnChg chg="add mod">
          <ac:chgData name="Mr. T September" userId="51f3de30-004f-4123-a7a3-2438d4656d8e" providerId="ADAL" clId="{C06F209E-D803-477B-8B3B-F5E400B59551}" dt="2026-05-23T12:44:04.651" v="150" actId="208"/>
          <ac:cxnSpMkLst>
            <pc:docMk/>
            <pc:sldMk cId="2354769439" sldId="256"/>
            <ac:cxnSpMk id="9" creationId="{98964DFA-87BB-D1D7-7A6C-3EB35579DF9B}"/>
          </ac:cxnSpMkLst>
        </pc:cxnChg>
        <pc:cxnChg chg="add mod">
          <ac:chgData name="Mr. T September" userId="51f3de30-004f-4123-a7a3-2438d4656d8e" providerId="ADAL" clId="{C06F209E-D803-477B-8B3B-F5E400B59551}" dt="2026-05-23T12:46:14.879" v="163" actId="14100"/>
          <ac:cxnSpMkLst>
            <pc:docMk/>
            <pc:sldMk cId="2354769439" sldId="256"/>
            <ac:cxnSpMk id="14" creationId="{5C180DE1-1112-744A-A45B-99DB24906C2C}"/>
          </ac:cxnSpMkLst>
        </pc:cxnChg>
        <pc:cxnChg chg="add mod">
          <ac:chgData name="Mr. T September" userId="51f3de30-004f-4123-a7a3-2438d4656d8e" providerId="ADAL" clId="{C06F209E-D803-477B-8B3B-F5E400B59551}" dt="2026-05-23T12:45:49.035" v="159" actId="208"/>
          <ac:cxnSpMkLst>
            <pc:docMk/>
            <pc:sldMk cId="2354769439" sldId="256"/>
            <ac:cxnSpMk id="22" creationId="{E2C5DD51-EC41-4369-FA68-054645B92DFD}"/>
          </ac:cxnSpMkLst>
        </pc:cxnChg>
        <pc:cxnChg chg="add mod">
          <ac:chgData name="Mr. T September" userId="51f3de30-004f-4123-a7a3-2438d4656d8e" providerId="ADAL" clId="{C06F209E-D803-477B-8B3B-F5E400B59551}" dt="2026-05-23T12:46:28.025" v="165" actId="208"/>
          <ac:cxnSpMkLst>
            <pc:docMk/>
            <pc:sldMk cId="2354769439" sldId="256"/>
            <ac:cxnSpMk id="26" creationId="{CC05B00C-DB9F-542D-6FD0-B3821FD80BBA}"/>
          </ac:cxnSpMkLst>
        </pc:cxnChg>
        <pc:cxnChg chg="add mod">
          <ac:chgData name="Mr. T September" userId="51f3de30-004f-4123-a7a3-2438d4656d8e" providerId="ADAL" clId="{C06F209E-D803-477B-8B3B-F5E400B59551}" dt="2026-05-23T12:47:09.737" v="173" actId="14100"/>
          <ac:cxnSpMkLst>
            <pc:docMk/>
            <pc:sldMk cId="2354769439" sldId="256"/>
            <ac:cxnSpMk id="28" creationId="{1DFAAB38-B5B9-A86A-52B3-75A1FDC78E51}"/>
          </ac:cxnSpMkLst>
        </pc:cxnChg>
        <pc:cxnChg chg="add mod">
          <ac:chgData name="Mr. T September" userId="51f3de30-004f-4123-a7a3-2438d4656d8e" providerId="ADAL" clId="{C06F209E-D803-477B-8B3B-F5E400B59551}" dt="2026-05-23T12:46:54.852" v="170" actId="208"/>
          <ac:cxnSpMkLst>
            <pc:docMk/>
            <pc:sldMk cId="2354769439" sldId="256"/>
            <ac:cxnSpMk id="30" creationId="{57075404-1943-97F1-BD4F-A2CA0DC8FACE}"/>
          </ac:cxnSpMkLst>
        </pc:cxnChg>
        <pc:cxnChg chg="add mod">
          <ac:chgData name="Mr. T September" userId="51f3de30-004f-4123-a7a3-2438d4656d8e" providerId="ADAL" clId="{C06F209E-D803-477B-8B3B-F5E400B59551}" dt="2026-05-23T12:58:20.137" v="234" actId="14100"/>
          <ac:cxnSpMkLst>
            <pc:docMk/>
            <pc:sldMk cId="2354769439" sldId="256"/>
            <ac:cxnSpMk id="33" creationId="{7CF00022-503E-311A-2E3B-FCA0CBE99C29}"/>
          </ac:cxnSpMkLst>
        </pc:cxnChg>
        <pc:cxnChg chg="add del mod">
          <ac:chgData name="Mr. T September" userId="51f3de30-004f-4123-a7a3-2438d4656d8e" providerId="ADAL" clId="{C06F209E-D803-477B-8B3B-F5E400B59551}" dt="2026-05-23T12:47:48.755" v="177" actId="478"/>
          <ac:cxnSpMkLst>
            <pc:docMk/>
            <pc:sldMk cId="2354769439" sldId="256"/>
            <ac:cxnSpMk id="36" creationId="{806CB413-ECCC-69B7-7073-3082E9889D70}"/>
          </ac:cxnSpMkLst>
        </pc:cxnChg>
        <pc:cxnChg chg="add mod">
          <ac:chgData name="Mr. T September" userId="51f3de30-004f-4123-a7a3-2438d4656d8e" providerId="ADAL" clId="{C06F209E-D803-477B-8B3B-F5E400B59551}" dt="2026-05-23T12:48:05.091" v="180" actId="208"/>
          <ac:cxnSpMkLst>
            <pc:docMk/>
            <pc:sldMk cId="2354769439" sldId="256"/>
            <ac:cxnSpMk id="40" creationId="{E2F4CA61-C1AC-5EEA-16F5-579D0268C6F2}"/>
          </ac:cxnSpMkLst>
        </pc:cxnChg>
        <pc:cxnChg chg="add del mod">
          <ac:chgData name="Mr. T September" userId="51f3de30-004f-4123-a7a3-2438d4656d8e" providerId="ADAL" clId="{C06F209E-D803-477B-8B3B-F5E400B59551}" dt="2026-05-23T12:49:07.241" v="183" actId="478"/>
          <ac:cxnSpMkLst>
            <pc:docMk/>
            <pc:sldMk cId="2354769439" sldId="256"/>
            <ac:cxnSpMk id="43" creationId="{B4BC7ACC-A3DC-2A6B-D0B6-D7AA384FBFA2}"/>
          </ac:cxnSpMkLst>
        </pc:cxnChg>
        <pc:cxnChg chg="add del mod">
          <ac:chgData name="Mr. T September" userId="51f3de30-004f-4123-a7a3-2438d4656d8e" providerId="ADAL" clId="{C06F209E-D803-477B-8B3B-F5E400B59551}" dt="2026-05-23T12:49:31.108" v="186" actId="478"/>
          <ac:cxnSpMkLst>
            <pc:docMk/>
            <pc:sldMk cId="2354769439" sldId="256"/>
            <ac:cxnSpMk id="46" creationId="{6DAB8914-0ADE-DF1C-C2B8-C6F278C73049}"/>
          </ac:cxnSpMkLst>
        </pc:cxnChg>
        <pc:cxnChg chg="add mod">
          <ac:chgData name="Mr. T September" userId="51f3de30-004f-4123-a7a3-2438d4656d8e" providerId="ADAL" clId="{C06F209E-D803-477B-8B3B-F5E400B59551}" dt="2026-05-23T12:49:42.542" v="188" actId="208"/>
          <ac:cxnSpMkLst>
            <pc:docMk/>
            <pc:sldMk cId="2354769439" sldId="256"/>
            <ac:cxnSpMk id="48" creationId="{5090EA48-625F-49F0-8272-6C8492C0EF3A}"/>
          </ac:cxnSpMkLst>
        </pc:cxnChg>
        <pc:cxnChg chg="add mod">
          <ac:chgData name="Mr. T September" userId="51f3de30-004f-4123-a7a3-2438d4656d8e" providerId="ADAL" clId="{C06F209E-D803-477B-8B3B-F5E400B59551}" dt="2026-05-23T12:49:50.224" v="190" actId="208"/>
          <ac:cxnSpMkLst>
            <pc:docMk/>
            <pc:sldMk cId="2354769439" sldId="256"/>
            <ac:cxnSpMk id="50" creationId="{D9BB8B0F-5E03-C0DE-759D-5F43D895B151}"/>
          </ac:cxnSpMkLst>
        </pc:cxnChg>
        <pc:cxnChg chg="add mod">
          <ac:chgData name="Mr. T September" userId="51f3de30-004f-4123-a7a3-2438d4656d8e" providerId="ADAL" clId="{C06F209E-D803-477B-8B3B-F5E400B59551}" dt="2026-05-23T12:50:07.663" v="194" actId="208"/>
          <ac:cxnSpMkLst>
            <pc:docMk/>
            <pc:sldMk cId="2354769439" sldId="256"/>
            <ac:cxnSpMk id="52" creationId="{44AE5481-EC79-3D66-4321-6F1A9A87576F}"/>
          </ac:cxnSpMkLst>
        </pc:cxnChg>
        <pc:cxnChg chg="add del mod">
          <ac:chgData name="Mr. T September" userId="51f3de30-004f-4123-a7a3-2438d4656d8e" providerId="ADAL" clId="{C06F209E-D803-477B-8B3B-F5E400B59551}" dt="2026-05-23T12:50:39.363" v="202" actId="478"/>
          <ac:cxnSpMkLst>
            <pc:docMk/>
            <pc:sldMk cId="2354769439" sldId="256"/>
            <ac:cxnSpMk id="55" creationId="{A60E9C5F-54F6-5E9F-2B1C-4D2DC990EA67}"/>
          </ac:cxnSpMkLst>
        </pc:cxnChg>
        <pc:cxnChg chg="add mod">
          <ac:chgData name="Mr. T September" userId="51f3de30-004f-4123-a7a3-2438d4656d8e" providerId="ADAL" clId="{C06F209E-D803-477B-8B3B-F5E400B59551}" dt="2026-05-23T12:50:51.029" v="204" actId="208"/>
          <ac:cxnSpMkLst>
            <pc:docMk/>
            <pc:sldMk cId="2354769439" sldId="256"/>
            <ac:cxnSpMk id="64" creationId="{2933301F-7F6F-CF50-C52A-8DDC3B32D855}"/>
          </ac:cxnSpMkLst>
        </pc:cxnChg>
        <pc:cxnChg chg="add mod">
          <ac:chgData name="Mr. T September" userId="51f3de30-004f-4123-a7a3-2438d4656d8e" providerId="ADAL" clId="{C06F209E-D803-477B-8B3B-F5E400B59551}" dt="2026-05-23T12:50:56.421" v="206" actId="208"/>
          <ac:cxnSpMkLst>
            <pc:docMk/>
            <pc:sldMk cId="2354769439" sldId="256"/>
            <ac:cxnSpMk id="66" creationId="{B8720377-7CE4-5596-0A21-C79B68DFD4DD}"/>
          </ac:cxnSpMkLst>
        </pc:cxnChg>
        <pc:cxnChg chg="add mod">
          <ac:chgData name="Mr. T September" userId="51f3de30-004f-4123-a7a3-2438d4656d8e" providerId="ADAL" clId="{C06F209E-D803-477B-8B3B-F5E400B59551}" dt="2026-05-23T12:52:35.167" v="210" actId="208"/>
          <ac:cxnSpMkLst>
            <pc:docMk/>
            <pc:sldMk cId="2354769439" sldId="256"/>
            <ac:cxnSpMk id="69" creationId="{F4AFECF2-0027-7B52-B791-A1F65FC1CCE2}"/>
          </ac:cxnSpMkLst>
        </pc:cxnChg>
        <pc:cxnChg chg="add del mod">
          <ac:chgData name="Mr. T September" userId="51f3de30-004f-4123-a7a3-2438d4656d8e" providerId="ADAL" clId="{C06F209E-D803-477B-8B3B-F5E400B59551}" dt="2026-05-23T12:54:29.109" v="213" actId="478"/>
          <ac:cxnSpMkLst>
            <pc:docMk/>
            <pc:sldMk cId="2354769439" sldId="256"/>
            <ac:cxnSpMk id="73" creationId="{D3BF4042-E806-A51C-9F22-D25BC41FF288}"/>
          </ac:cxnSpMkLst>
        </pc:cxnChg>
        <pc:cxnChg chg="add mod">
          <ac:chgData name="Mr. T September" userId="51f3de30-004f-4123-a7a3-2438d4656d8e" providerId="ADAL" clId="{C06F209E-D803-477B-8B3B-F5E400B59551}" dt="2026-05-23T12:54:43.736" v="216" actId="208"/>
          <ac:cxnSpMkLst>
            <pc:docMk/>
            <pc:sldMk cId="2354769439" sldId="256"/>
            <ac:cxnSpMk id="76" creationId="{3EA9CF53-6AE2-20EB-E57D-200AB0235344}"/>
          </ac:cxnSpMkLst>
        </pc:cxnChg>
        <pc:cxnChg chg="add del mod">
          <ac:chgData name="Mr. T September" userId="51f3de30-004f-4123-a7a3-2438d4656d8e" providerId="ADAL" clId="{C06F209E-D803-477B-8B3B-F5E400B59551}" dt="2026-05-23T12:55:25.110" v="220" actId="478"/>
          <ac:cxnSpMkLst>
            <pc:docMk/>
            <pc:sldMk cId="2354769439" sldId="256"/>
            <ac:cxnSpMk id="79" creationId="{CB1CFDF7-746C-2CF9-60ED-0486A49720A1}"/>
          </ac:cxnSpMkLst>
        </pc:cxnChg>
        <pc:cxnChg chg="add del">
          <ac:chgData name="Mr. T September" userId="51f3de30-004f-4123-a7a3-2438d4656d8e" providerId="ADAL" clId="{C06F209E-D803-477B-8B3B-F5E400B59551}" dt="2026-05-23T12:55:44.263" v="222" actId="478"/>
          <ac:cxnSpMkLst>
            <pc:docMk/>
            <pc:sldMk cId="2354769439" sldId="256"/>
            <ac:cxnSpMk id="83" creationId="{DF136151-78AD-BDE0-3CE3-E827D0E60E2F}"/>
          </ac:cxnSpMkLst>
        </pc:cxnChg>
        <pc:cxnChg chg="add mod">
          <ac:chgData name="Mr. T September" userId="51f3de30-004f-4123-a7a3-2438d4656d8e" providerId="ADAL" clId="{C06F209E-D803-477B-8B3B-F5E400B59551}" dt="2026-05-23T12:55:53.884" v="224" actId="208"/>
          <ac:cxnSpMkLst>
            <pc:docMk/>
            <pc:sldMk cId="2354769439" sldId="256"/>
            <ac:cxnSpMk id="85" creationId="{1A9DF8C6-5999-D875-1A15-85915CB53238}"/>
          </ac:cxnSpMkLst>
        </pc:cxnChg>
        <pc:cxnChg chg="add mod">
          <ac:chgData name="Mr. T September" userId="51f3de30-004f-4123-a7a3-2438d4656d8e" providerId="ADAL" clId="{C06F209E-D803-477B-8B3B-F5E400B59551}" dt="2026-05-23T12:56:00.568" v="226" actId="208"/>
          <ac:cxnSpMkLst>
            <pc:docMk/>
            <pc:sldMk cId="2354769439" sldId="256"/>
            <ac:cxnSpMk id="88" creationId="{0D6E56E2-705B-A18C-DFEB-1609412AE273}"/>
          </ac:cxnSpMkLst>
        </pc:cxnChg>
        <pc:cxnChg chg="add mod">
          <ac:chgData name="Mr. T September" userId="51f3de30-004f-4123-a7a3-2438d4656d8e" providerId="ADAL" clId="{C06F209E-D803-477B-8B3B-F5E400B59551}" dt="2026-05-23T12:56:10.271" v="228" actId="208"/>
          <ac:cxnSpMkLst>
            <pc:docMk/>
            <pc:sldMk cId="2354769439" sldId="256"/>
            <ac:cxnSpMk id="90" creationId="{B650850A-981C-15D1-A039-F05402707AFD}"/>
          </ac:cxnSpMkLst>
        </pc:cxnChg>
        <pc:cxnChg chg="add mod">
          <ac:chgData name="Mr. T September" userId="51f3de30-004f-4123-a7a3-2438d4656d8e" providerId="ADAL" clId="{C06F209E-D803-477B-8B3B-F5E400B59551}" dt="2026-05-23T12:56:34.619" v="233" actId="14100"/>
          <ac:cxnSpMkLst>
            <pc:docMk/>
            <pc:sldMk cId="2354769439" sldId="256"/>
            <ac:cxnSpMk id="92" creationId="{FDB61678-614D-146A-21F4-8E8BBE8275B9}"/>
          </ac:cxnSpMkLst>
        </pc:cxnChg>
        <pc:cxnChg chg="add del mod">
          <ac:chgData name="Mr. T September" userId="51f3de30-004f-4123-a7a3-2438d4656d8e" providerId="ADAL" clId="{C06F209E-D803-477B-8B3B-F5E400B59551}" dt="2026-05-23T12:59:00.241" v="239" actId="478"/>
          <ac:cxnSpMkLst>
            <pc:docMk/>
            <pc:sldMk cId="2354769439" sldId="256"/>
            <ac:cxnSpMk id="102" creationId="{DDD36A68-54F5-C83F-7416-FAB4D73B7C9E}"/>
          </ac:cxnSpMkLst>
        </pc:cxnChg>
        <pc:cxnChg chg="add mod">
          <ac:chgData name="Mr. T September" userId="51f3de30-004f-4123-a7a3-2438d4656d8e" providerId="ADAL" clId="{C06F209E-D803-477B-8B3B-F5E400B59551}" dt="2026-05-23T12:59:16.749" v="243" actId="1076"/>
          <ac:cxnSpMkLst>
            <pc:docMk/>
            <pc:sldMk cId="2354769439" sldId="256"/>
            <ac:cxnSpMk id="106" creationId="{8F891F60-388A-2E9C-866D-17A94C6C2014}"/>
          </ac:cxnSpMkLst>
        </pc:cxnChg>
        <pc:cxnChg chg="add mod">
          <ac:chgData name="Mr. T September" userId="51f3de30-004f-4123-a7a3-2438d4656d8e" providerId="ADAL" clId="{C06F209E-D803-477B-8B3B-F5E400B59551}" dt="2026-05-23T12:59:51.704" v="250" actId="208"/>
          <ac:cxnSpMkLst>
            <pc:docMk/>
            <pc:sldMk cId="2354769439" sldId="256"/>
            <ac:cxnSpMk id="108" creationId="{3457F623-5784-E429-0C29-F4B5A379F0B4}"/>
          </ac:cxnSpMkLst>
        </pc:cxnChg>
        <pc:cxnChg chg="add mod">
          <ac:chgData name="Mr. T September" userId="51f3de30-004f-4123-a7a3-2438d4656d8e" providerId="ADAL" clId="{C06F209E-D803-477B-8B3B-F5E400B59551}" dt="2026-05-23T12:59:57.335" v="252" actId="208"/>
          <ac:cxnSpMkLst>
            <pc:docMk/>
            <pc:sldMk cId="2354769439" sldId="256"/>
            <ac:cxnSpMk id="117" creationId="{E9676179-7B1B-739A-F674-2D7E2FAE318D}"/>
          </ac:cxnSpMkLst>
        </pc:cxnChg>
        <pc:cxnChg chg="add del mod">
          <ac:chgData name="Mr. T September" userId="51f3de30-004f-4123-a7a3-2438d4656d8e" providerId="ADAL" clId="{C06F209E-D803-477B-8B3B-F5E400B59551}" dt="2026-05-23T13:00:49.490" v="257" actId="478"/>
          <ac:cxnSpMkLst>
            <pc:docMk/>
            <pc:sldMk cId="2354769439" sldId="256"/>
            <ac:cxnSpMk id="119" creationId="{D07BAEE2-7B7E-CA1E-99F4-DD25E1231559}"/>
          </ac:cxnSpMkLst>
        </pc:cxnChg>
        <pc:cxnChg chg="add mod">
          <ac:chgData name="Mr. T September" userId="51f3de30-004f-4123-a7a3-2438d4656d8e" providerId="ADAL" clId="{C06F209E-D803-477B-8B3B-F5E400B59551}" dt="2026-05-23T13:01:11.667" v="259" actId="208"/>
          <ac:cxnSpMkLst>
            <pc:docMk/>
            <pc:sldMk cId="2354769439" sldId="256"/>
            <ac:cxnSpMk id="126" creationId="{196894D8-8953-2391-F4C6-B5D110F6231E}"/>
          </ac:cxnSpMkLst>
        </pc:cxnChg>
        <pc:cxnChg chg="add mod">
          <ac:chgData name="Mr. T September" userId="51f3de30-004f-4123-a7a3-2438d4656d8e" providerId="ADAL" clId="{C06F209E-D803-477B-8B3B-F5E400B59551}" dt="2026-05-23T13:01:37.719" v="265" actId="14100"/>
          <ac:cxnSpMkLst>
            <pc:docMk/>
            <pc:sldMk cId="2354769439" sldId="256"/>
            <ac:cxnSpMk id="128" creationId="{D8E12980-0D52-D844-8E04-D44CDCB53AF8}"/>
          </ac:cxnSpMkLst>
        </pc:cxnChg>
        <pc:cxnChg chg="add mod">
          <ac:chgData name="Mr. T September" userId="51f3de30-004f-4123-a7a3-2438d4656d8e" providerId="ADAL" clId="{C06F209E-D803-477B-8B3B-F5E400B59551}" dt="2026-05-23T13:01:31.660" v="264" actId="14100"/>
          <ac:cxnSpMkLst>
            <pc:docMk/>
            <pc:sldMk cId="2354769439" sldId="256"/>
            <ac:cxnSpMk id="132" creationId="{C28A9F33-B41F-04BE-3204-8AFFEF92E71C}"/>
          </ac:cxnSpMkLst>
        </pc:cxnChg>
        <pc:cxnChg chg="add del">
          <ac:chgData name="Mr. T September" userId="51f3de30-004f-4123-a7a3-2438d4656d8e" providerId="ADAL" clId="{C06F209E-D803-477B-8B3B-F5E400B59551}" dt="2026-05-23T13:02:59.551" v="267" actId="478"/>
          <ac:cxnSpMkLst>
            <pc:docMk/>
            <pc:sldMk cId="2354769439" sldId="256"/>
            <ac:cxnSpMk id="138" creationId="{03EE6407-7FF2-D15A-6574-1AF00D81CEE1}"/>
          </ac:cxnSpMkLst>
        </pc:cxnChg>
        <pc:cxnChg chg="add mod">
          <ac:chgData name="Mr. T September" userId="51f3de30-004f-4123-a7a3-2438d4656d8e" providerId="ADAL" clId="{C06F209E-D803-477B-8B3B-F5E400B59551}" dt="2026-05-23T13:04:07.111" v="272" actId="14100"/>
          <ac:cxnSpMkLst>
            <pc:docMk/>
            <pc:sldMk cId="2354769439" sldId="256"/>
            <ac:cxnSpMk id="140" creationId="{7F0EC46C-823F-8E6F-1540-2A4335A5304E}"/>
          </ac:cxnSpMkLst>
        </pc:cxnChg>
        <pc:cxnChg chg="add mod">
          <ac:chgData name="Mr. T September" userId="51f3de30-004f-4123-a7a3-2438d4656d8e" providerId="ADAL" clId="{C06F209E-D803-477B-8B3B-F5E400B59551}" dt="2026-05-23T13:04:02.425" v="271" actId="208"/>
          <ac:cxnSpMkLst>
            <pc:docMk/>
            <pc:sldMk cId="2354769439" sldId="256"/>
            <ac:cxnSpMk id="143" creationId="{D93ECB01-9E9D-777D-139F-1406FD68455F}"/>
          </ac:cxnSpMkLst>
        </pc:cxnChg>
        <pc:cxnChg chg="add mod">
          <ac:chgData name="Mr. T September" userId="51f3de30-004f-4123-a7a3-2438d4656d8e" providerId="ADAL" clId="{C06F209E-D803-477B-8B3B-F5E400B59551}" dt="2026-05-23T13:10:49.480" v="286" actId="14100"/>
          <ac:cxnSpMkLst>
            <pc:docMk/>
            <pc:sldMk cId="2354769439" sldId="256"/>
            <ac:cxnSpMk id="146" creationId="{A5D794F3-CD52-2C0F-75E9-30C9D0341599}"/>
          </ac:cxnSpMkLst>
        </pc:cxnChg>
        <pc:cxnChg chg="add mod">
          <ac:chgData name="Mr. T September" userId="51f3de30-004f-4123-a7a3-2438d4656d8e" providerId="ADAL" clId="{C06F209E-D803-477B-8B3B-F5E400B59551}" dt="2026-05-23T13:10:12.425" v="280" actId="14100"/>
          <ac:cxnSpMkLst>
            <pc:docMk/>
            <pc:sldMk cId="2354769439" sldId="256"/>
            <ac:cxnSpMk id="149" creationId="{60C02736-0B5D-465B-2FA6-6C542BCEC72D}"/>
          </ac:cxnSpMkLst>
        </pc:cxnChg>
        <pc:cxnChg chg="add del mod">
          <ac:chgData name="Mr. T September" userId="51f3de30-004f-4123-a7a3-2438d4656d8e" providerId="ADAL" clId="{C06F209E-D803-477B-8B3B-F5E400B59551}" dt="2026-05-23T13:10:08.213" v="279" actId="11529"/>
          <ac:cxnSpMkLst>
            <pc:docMk/>
            <pc:sldMk cId="2354769439" sldId="256"/>
            <ac:cxnSpMk id="151" creationId="{B69C00D0-6E71-7902-5B0E-19BF8765FEFB}"/>
          </ac:cxnSpMkLst>
        </pc:cxnChg>
        <pc:cxnChg chg="add mod">
          <ac:chgData name="Mr. T September" userId="51f3de30-004f-4123-a7a3-2438d4656d8e" providerId="ADAL" clId="{C06F209E-D803-477B-8B3B-F5E400B59551}" dt="2026-05-23T13:10:42.136" v="285" actId="208"/>
          <ac:cxnSpMkLst>
            <pc:docMk/>
            <pc:sldMk cId="2354769439" sldId="256"/>
            <ac:cxnSpMk id="155" creationId="{19D9F9F0-D513-74E1-4BF0-A37009A33590}"/>
          </ac:cxnSpMkLst>
        </pc:cxnChg>
        <pc:cxnChg chg="add mod">
          <ac:chgData name="Mr. T September" userId="51f3de30-004f-4123-a7a3-2438d4656d8e" providerId="ADAL" clId="{C06F209E-D803-477B-8B3B-F5E400B59551}" dt="2026-05-23T13:11:48.923" v="288" actId="208"/>
          <ac:cxnSpMkLst>
            <pc:docMk/>
            <pc:sldMk cId="2354769439" sldId="256"/>
            <ac:cxnSpMk id="161" creationId="{3A4D7A3F-9BED-63C4-A655-1874741B42C8}"/>
          </ac:cxnSpMkLst>
        </pc:cxnChg>
        <pc:cxnChg chg="add mod">
          <ac:chgData name="Mr. T September" userId="51f3de30-004f-4123-a7a3-2438d4656d8e" providerId="ADAL" clId="{C06F209E-D803-477B-8B3B-F5E400B59551}" dt="2026-05-20T05:44:02.473" v="11" actId="208"/>
          <ac:cxnSpMkLst>
            <pc:docMk/>
            <pc:sldMk cId="2354769439" sldId="256"/>
            <ac:cxnSpMk id="163" creationId="{AE9F7469-6F95-D2C1-936E-331C8C835402}"/>
          </ac:cxnSpMkLst>
        </pc:cxnChg>
        <pc:cxnChg chg="add mod">
          <ac:chgData name="Mr. T September" userId="51f3de30-004f-4123-a7a3-2438d4656d8e" providerId="ADAL" clId="{C06F209E-D803-477B-8B3B-F5E400B59551}" dt="2026-05-23T13:12:32.474" v="298" actId="208"/>
          <ac:cxnSpMkLst>
            <pc:docMk/>
            <pc:sldMk cId="2354769439" sldId="256"/>
            <ac:cxnSpMk id="164" creationId="{1875B661-4372-03CC-BDAE-FEC7D09C2F09}"/>
          </ac:cxnSpMkLst>
        </pc:cxnChg>
        <pc:cxnChg chg="add mod">
          <ac:chgData name="Mr. T September" userId="51f3de30-004f-4123-a7a3-2438d4656d8e" providerId="ADAL" clId="{C06F209E-D803-477B-8B3B-F5E400B59551}" dt="2026-05-20T05:44:20.116" v="15" actId="208"/>
          <ac:cxnSpMkLst>
            <pc:docMk/>
            <pc:sldMk cId="2354769439" sldId="256"/>
            <ac:cxnSpMk id="167" creationId="{D255C84A-2814-1D0A-A548-49E6CEFC738E}"/>
          </ac:cxnSpMkLst>
        </pc:cxnChg>
        <pc:cxnChg chg="add mod">
          <ac:chgData name="Mr. T September" userId="51f3de30-004f-4123-a7a3-2438d4656d8e" providerId="ADAL" clId="{C06F209E-D803-477B-8B3B-F5E400B59551}" dt="2026-05-23T13:17:49.353" v="300" actId="208"/>
          <ac:cxnSpMkLst>
            <pc:docMk/>
            <pc:sldMk cId="2354769439" sldId="256"/>
            <ac:cxnSpMk id="175" creationId="{13B2B9C7-36DF-1F2E-A249-72E1224F7B03}"/>
          </ac:cxnSpMkLst>
        </pc:cxnChg>
        <pc:cxnChg chg="add mod">
          <ac:chgData name="Mr. T September" userId="51f3de30-004f-4123-a7a3-2438d4656d8e" providerId="ADAL" clId="{C06F209E-D803-477B-8B3B-F5E400B59551}" dt="2026-05-23T12:58:26.838" v="235" actId="14100"/>
          <ac:cxnSpMkLst>
            <pc:docMk/>
            <pc:sldMk cId="2354769439" sldId="256"/>
            <ac:cxnSpMk id="176" creationId="{63878D1F-5B57-186C-5AE5-1A3844A47162}"/>
          </ac:cxnSpMkLst>
        </pc:cxnChg>
        <pc:cxnChg chg="add mod">
          <ac:chgData name="Mr. T September" userId="51f3de30-004f-4123-a7a3-2438d4656d8e" providerId="ADAL" clId="{C06F209E-D803-477B-8B3B-F5E400B59551}" dt="2026-05-23T13:17:59.054" v="303" actId="208"/>
          <ac:cxnSpMkLst>
            <pc:docMk/>
            <pc:sldMk cId="2354769439" sldId="256"/>
            <ac:cxnSpMk id="178" creationId="{04099DFC-833E-088A-D753-03D24F3A1B9A}"/>
          </ac:cxnSpMkLst>
        </pc:cxnChg>
        <pc:cxnChg chg="add mod">
          <ac:chgData name="Mr. T September" userId="51f3de30-004f-4123-a7a3-2438d4656d8e" providerId="ADAL" clId="{C06F209E-D803-477B-8B3B-F5E400B59551}" dt="2026-05-20T05:47:02.162" v="33" actId="208"/>
          <ac:cxnSpMkLst>
            <pc:docMk/>
            <pc:sldMk cId="2354769439" sldId="256"/>
            <ac:cxnSpMk id="180" creationId="{47906B3B-8D60-5929-8F73-26B83A9373C7}"/>
          </ac:cxnSpMkLst>
        </pc:cxnChg>
        <pc:cxnChg chg="add mod">
          <ac:chgData name="Mr. T September" userId="51f3de30-004f-4123-a7a3-2438d4656d8e" providerId="ADAL" clId="{C06F209E-D803-477B-8B3B-F5E400B59551}" dt="2026-05-23T13:18:27.598" v="305" actId="208"/>
          <ac:cxnSpMkLst>
            <pc:docMk/>
            <pc:sldMk cId="2354769439" sldId="256"/>
            <ac:cxnSpMk id="182" creationId="{A284F324-AB14-BAEA-1A87-385D4BC02E71}"/>
          </ac:cxnSpMkLst>
        </pc:cxnChg>
        <pc:cxnChg chg="add mod">
          <ac:chgData name="Mr. T September" userId="51f3de30-004f-4123-a7a3-2438d4656d8e" providerId="ADAL" clId="{C06F209E-D803-477B-8B3B-F5E400B59551}" dt="2026-05-23T13:19:44.461" v="307" actId="208"/>
          <ac:cxnSpMkLst>
            <pc:docMk/>
            <pc:sldMk cId="2354769439" sldId="256"/>
            <ac:cxnSpMk id="184" creationId="{EFE42755-7705-98A0-9889-8D78C0EC9726}"/>
          </ac:cxnSpMkLst>
        </pc:cxnChg>
        <pc:cxnChg chg="add mod">
          <ac:chgData name="Mr. T September" userId="51f3de30-004f-4123-a7a3-2438d4656d8e" providerId="ADAL" clId="{C06F209E-D803-477B-8B3B-F5E400B59551}" dt="2026-05-23T13:20:03.025" v="309" actId="208"/>
          <ac:cxnSpMkLst>
            <pc:docMk/>
            <pc:sldMk cId="2354769439" sldId="256"/>
            <ac:cxnSpMk id="186" creationId="{75BC74D1-4CE8-2F4B-A95F-FDBB14E0BC19}"/>
          </ac:cxnSpMkLst>
        </pc:cxnChg>
        <pc:cxnChg chg="add mod">
          <ac:chgData name="Mr. T September" userId="51f3de30-004f-4123-a7a3-2438d4656d8e" providerId="ADAL" clId="{C06F209E-D803-477B-8B3B-F5E400B59551}" dt="2026-05-23T13:20:10.847" v="311" actId="208"/>
          <ac:cxnSpMkLst>
            <pc:docMk/>
            <pc:sldMk cId="2354769439" sldId="256"/>
            <ac:cxnSpMk id="188" creationId="{462765AF-3B38-10FB-F78C-F4698A478C69}"/>
          </ac:cxnSpMkLst>
        </pc:cxnChg>
        <pc:cxnChg chg="add mod">
          <ac:chgData name="Mr. T September" userId="51f3de30-004f-4123-a7a3-2438d4656d8e" providerId="ADAL" clId="{C06F209E-D803-477B-8B3B-F5E400B59551}" dt="2026-05-23T13:20:16.457" v="313" actId="208"/>
          <ac:cxnSpMkLst>
            <pc:docMk/>
            <pc:sldMk cId="2354769439" sldId="256"/>
            <ac:cxnSpMk id="190" creationId="{FD478389-7E68-BE04-AE8F-BC259277343E}"/>
          </ac:cxnSpMkLst>
        </pc:cxnChg>
        <pc:cxnChg chg="add mod">
          <ac:chgData name="Mr. T September" userId="51f3de30-004f-4123-a7a3-2438d4656d8e" providerId="ADAL" clId="{C06F209E-D803-477B-8B3B-F5E400B59551}" dt="2026-05-20T05:49:32.195" v="53" actId="208"/>
          <ac:cxnSpMkLst>
            <pc:docMk/>
            <pc:sldMk cId="2354769439" sldId="256"/>
            <ac:cxnSpMk id="196" creationId="{8E2C7E95-5F5B-BA21-89BD-16CA23924C86}"/>
          </ac:cxnSpMkLst>
        </pc:cxnChg>
        <pc:cxnChg chg="add mod">
          <ac:chgData name="Mr. T September" userId="51f3de30-004f-4123-a7a3-2438d4656d8e" providerId="ADAL" clId="{C06F209E-D803-477B-8B3B-F5E400B59551}" dt="2026-05-20T05:52:50.346" v="81" actId="14100"/>
          <ac:cxnSpMkLst>
            <pc:docMk/>
            <pc:sldMk cId="2354769439" sldId="256"/>
            <ac:cxnSpMk id="201" creationId="{59E2ABA5-C461-71A9-07EE-73295CCE0F3D}"/>
          </ac:cxnSpMkLst>
        </pc:cxnChg>
        <pc:cxnChg chg="add mod">
          <ac:chgData name="Mr. T September" userId="51f3de30-004f-4123-a7a3-2438d4656d8e" providerId="ADAL" clId="{C06F209E-D803-477B-8B3B-F5E400B59551}" dt="2026-05-20T05:53:04.753" v="85" actId="208"/>
          <ac:cxnSpMkLst>
            <pc:docMk/>
            <pc:sldMk cId="2354769439" sldId="256"/>
            <ac:cxnSpMk id="220" creationId="{80F9EA30-533A-50D8-3430-BF1C40F760B7}"/>
          </ac:cxnSpMkLst>
        </pc:cxnChg>
        <pc:cxnChg chg="add mod">
          <ac:chgData name="Mr. T September" userId="51f3de30-004f-4123-a7a3-2438d4656d8e" providerId="ADAL" clId="{C06F209E-D803-477B-8B3B-F5E400B59551}" dt="2026-05-20T05:53:31.183" v="91" actId="14100"/>
          <ac:cxnSpMkLst>
            <pc:docMk/>
            <pc:sldMk cId="2354769439" sldId="256"/>
            <ac:cxnSpMk id="224" creationId="{65188935-A89E-49AF-8F3D-F6C7B14EF190}"/>
          </ac:cxnSpMkLst>
        </pc:cxnChg>
        <pc:cxnChg chg="add mod">
          <ac:chgData name="Mr. T September" userId="51f3de30-004f-4123-a7a3-2438d4656d8e" providerId="ADAL" clId="{C06F209E-D803-477B-8B3B-F5E400B59551}" dt="2026-05-20T05:53:47.680" v="93" actId="208"/>
          <ac:cxnSpMkLst>
            <pc:docMk/>
            <pc:sldMk cId="2354769439" sldId="256"/>
            <ac:cxnSpMk id="230" creationId="{4E7EDC66-A186-F50A-B67B-E36B06D3B5BA}"/>
          </ac:cxnSpMkLst>
        </pc:cxnChg>
        <pc:cxnChg chg="add mod">
          <ac:chgData name="Mr. T September" userId="51f3de30-004f-4123-a7a3-2438d4656d8e" providerId="ADAL" clId="{C06F209E-D803-477B-8B3B-F5E400B59551}" dt="2026-05-20T05:55:19.163" v="107" actId="208"/>
          <ac:cxnSpMkLst>
            <pc:docMk/>
            <pc:sldMk cId="2354769439" sldId="256"/>
            <ac:cxnSpMk id="235" creationId="{C35FE78C-D383-488A-2538-3768C7CE1FE7}"/>
          </ac:cxnSpMkLst>
        </pc:cxnChg>
        <pc:cxnChg chg="add mod">
          <ac:chgData name="Mr. T September" userId="51f3de30-004f-4123-a7a3-2438d4656d8e" providerId="ADAL" clId="{C06F209E-D803-477B-8B3B-F5E400B59551}" dt="2026-05-20T05:55:29.834" v="109" actId="208"/>
          <ac:cxnSpMkLst>
            <pc:docMk/>
            <pc:sldMk cId="2354769439" sldId="256"/>
            <ac:cxnSpMk id="241" creationId="{4F3D45D9-C4BD-7D66-6DFE-BDCE561CC101}"/>
          </ac:cxnSpMkLst>
        </pc:cxnChg>
        <pc:cxnChg chg="add mod">
          <ac:chgData name="Mr. T September" userId="51f3de30-004f-4123-a7a3-2438d4656d8e" providerId="ADAL" clId="{C06F209E-D803-477B-8B3B-F5E400B59551}" dt="2026-05-20T05:55:36.985" v="111" actId="208"/>
          <ac:cxnSpMkLst>
            <pc:docMk/>
            <pc:sldMk cId="2354769439" sldId="256"/>
            <ac:cxnSpMk id="243" creationId="{396D1419-89ED-19F5-07EE-E3CAED9BF20F}"/>
          </ac:cxnSpMkLst>
        </pc:cxnChg>
        <pc:cxnChg chg="add mod">
          <ac:chgData name="Mr. T September" userId="51f3de30-004f-4123-a7a3-2438d4656d8e" providerId="ADAL" clId="{C06F209E-D803-477B-8B3B-F5E400B59551}" dt="2026-05-20T05:57:30.789" v="113" actId="208"/>
          <ac:cxnSpMkLst>
            <pc:docMk/>
            <pc:sldMk cId="2354769439" sldId="256"/>
            <ac:cxnSpMk id="245" creationId="{8C08C2FC-F9A8-7C38-3AAD-EB2E7A508312}"/>
          </ac:cxnSpMkLst>
        </pc:cxnChg>
        <pc:cxnChg chg="add mod">
          <ac:chgData name="Mr. T September" userId="51f3de30-004f-4123-a7a3-2438d4656d8e" providerId="ADAL" clId="{C06F209E-D803-477B-8B3B-F5E400B59551}" dt="2026-05-20T05:57:49.182" v="117" actId="208"/>
          <ac:cxnSpMkLst>
            <pc:docMk/>
            <pc:sldMk cId="2354769439" sldId="256"/>
            <ac:cxnSpMk id="247" creationId="{2956C33D-C354-F8A6-910E-207DFE2FE4C6}"/>
          </ac:cxnSpMkLst>
        </pc:cxnChg>
        <pc:cxnChg chg="add mod">
          <ac:chgData name="Mr. T September" userId="51f3de30-004f-4123-a7a3-2438d4656d8e" providerId="ADAL" clId="{C06F209E-D803-477B-8B3B-F5E400B59551}" dt="2026-05-20T05:58:06.835" v="120" actId="1076"/>
          <ac:cxnSpMkLst>
            <pc:docMk/>
            <pc:sldMk cId="2354769439" sldId="256"/>
            <ac:cxnSpMk id="249" creationId="{92566486-974E-2FD4-A1E4-40F44DA5969D}"/>
          </ac:cxnSpMkLst>
        </pc:cxnChg>
        <pc:cxnChg chg="add mod">
          <ac:chgData name="Mr. T September" userId="51f3de30-004f-4123-a7a3-2438d4656d8e" providerId="ADAL" clId="{C06F209E-D803-477B-8B3B-F5E400B59551}" dt="2026-05-20T05:58:53.509" v="125" actId="208"/>
          <ac:cxnSpMkLst>
            <pc:docMk/>
            <pc:sldMk cId="2354769439" sldId="256"/>
            <ac:cxnSpMk id="251" creationId="{59716F23-1CFF-EA96-2445-AC30FDFF9A03}"/>
          </ac:cxnSpMkLst>
        </pc:cxnChg>
        <pc:cxnChg chg="add mod">
          <ac:chgData name="Mr. T September" userId="51f3de30-004f-4123-a7a3-2438d4656d8e" providerId="ADAL" clId="{C06F209E-D803-477B-8B3B-F5E400B59551}" dt="2026-05-20T05:59:03.573" v="127" actId="208"/>
          <ac:cxnSpMkLst>
            <pc:docMk/>
            <pc:sldMk cId="2354769439" sldId="256"/>
            <ac:cxnSpMk id="256" creationId="{6FA89E4A-793A-16C2-0354-80692AEAAB3A}"/>
          </ac:cxnSpMkLst>
        </pc:cxnChg>
        <pc:cxnChg chg="add mod">
          <ac:chgData name="Mr. T September" userId="51f3de30-004f-4123-a7a3-2438d4656d8e" providerId="ADAL" clId="{C06F209E-D803-477B-8B3B-F5E400B59551}" dt="2026-05-20T06:01:43.228" v="138" actId="1076"/>
          <ac:cxnSpMkLst>
            <pc:docMk/>
            <pc:sldMk cId="2354769439" sldId="256"/>
            <ac:cxnSpMk id="260" creationId="{7416AD5D-24B3-F31C-F227-093CBCDB2A2F}"/>
          </ac:cxnSpMkLst>
        </pc:cxnChg>
        <pc:cxnChg chg="add mod">
          <ac:chgData name="Mr. T September" userId="51f3de30-004f-4123-a7a3-2438d4656d8e" providerId="ADAL" clId="{C06F209E-D803-477B-8B3B-F5E400B59551}" dt="2026-05-20T06:01:23.552" v="137" actId="1076"/>
          <ac:cxnSpMkLst>
            <pc:docMk/>
            <pc:sldMk cId="2354769439" sldId="256"/>
            <ac:cxnSpMk id="264" creationId="{6CD4DB9B-F8FE-4A5B-70FF-98A2798B0ACB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F7D1C1-AA35-4225-99F0-20FD023F4BD2}" type="datetimeFigureOut">
              <a:rPr lang="en-ZA" smtClean="0"/>
              <a:t>2026/05/23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5FFBD-8DC0-4F03-9C1F-2A0032F18CE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65580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5FFBD-8DC0-4F03-9C1F-2A0032F18CEC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61966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D2AFE-FA09-08C0-BA9B-FEB3A63E5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110D00-2986-D13B-7DE9-B96D1F4C3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9BE10-D422-5ED9-B944-79A5E8BF9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DB546-DD1B-4B0B-AEE5-67592C63CC73}" type="datetimeFigureOut">
              <a:rPr lang="en-ZA" smtClean="0"/>
              <a:t>2026/05/23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2D6C3-DC22-DABE-ACD0-A115BE491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5B823-0594-6C71-047E-FA43EA65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63993-5C86-4779-8E81-A26DAC91427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2958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D7940-1B87-F9DF-1EE2-285D914EA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B5F26-D970-5EC9-B31E-3FB3CB110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BD370-AEC3-04CA-9572-687082471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DB546-DD1B-4B0B-AEE5-67592C63CC73}" type="datetimeFigureOut">
              <a:rPr lang="en-ZA" smtClean="0"/>
              <a:t>2026/05/23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4BC9A-EF45-AA2E-DD5B-3780D93A4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2D5BA-AB3E-AD90-EF11-696DB2D86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63993-5C86-4779-8E81-A26DAC91427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97418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7BA66-469A-7E9C-ED4A-9A930C224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C01169-D2D4-BB67-CB85-EEF680926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0C5FB-7D92-82FB-CF97-A1D0467FF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DB546-DD1B-4B0B-AEE5-67592C63CC73}" type="datetimeFigureOut">
              <a:rPr lang="en-ZA" smtClean="0"/>
              <a:t>2026/05/23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133AC-291E-8ABB-BCCF-A3B273D0B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06C39-F1FE-66FC-C3C2-DA072E687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63993-5C86-4779-8E81-A26DAC91427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28428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B540C-280C-BC84-C100-66A7E6D4C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17A25-BCE9-697D-FF41-692B80CB05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E8D7A3-C5A7-1C21-9B14-60B1019444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9BE665-8F2C-5515-BE19-FB8BD5989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DB546-DD1B-4B0B-AEE5-67592C63CC73}" type="datetimeFigureOut">
              <a:rPr lang="en-ZA" smtClean="0"/>
              <a:t>2026/05/23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64AD9E-BF7B-9130-8B38-BFB40B731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18E371-437F-A4BB-A1D9-92A37F7A7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63993-5C86-4779-8E81-A26DAC91427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2234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27F09-A724-B360-B9ED-BD01F10A1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47717C-2427-BC56-F645-723A68141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1C3E8A-B180-5C9F-7BC0-B322B1F162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DF85C4-E036-4BE5-409A-5CC754D059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2C3F4B-DDCD-5D8B-FA21-235690CF27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1C8822-8B99-C181-5F63-8C3ABE56E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DB546-DD1B-4B0B-AEE5-67592C63CC73}" type="datetimeFigureOut">
              <a:rPr lang="en-ZA" smtClean="0"/>
              <a:t>2026/05/23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34B774-9577-3031-C46E-C24D27C2A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881CCF-DCE1-4E5A-34A8-E7C7EBAA6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63993-5C86-4779-8E81-A26DAC91427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30887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D212D-6CEF-DE67-8BB8-3BC879532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C5F57A-ECC3-64DC-41D6-232F2D001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DB546-DD1B-4B0B-AEE5-67592C63CC73}" type="datetimeFigureOut">
              <a:rPr lang="en-ZA" smtClean="0"/>
              <a:t>2026/05/23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73B95F-611B-96DE-EA3A-44AE8CEFE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7996B0-0E28-98E5-72BD-9EFDFB12C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63993-5C86-4779-8E81-A26DAC91427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05783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600429-A962-41E3-007D-16541DF93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DB546-DD1B-4B0B-AEE5-67592C63CC73}" type="datetimeFigureOut">
              <a:rPr lang="en-ZA" smtClean="0"/>
              <a:t>2026/05/23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22CA84-7888-62E0-BC42-CD0103F1A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6B372-4C24-C92A-2A4F-813B19B88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63993-5C86-4779-8E81-A26DAC91427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31263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0E378-893A-F809-8ABD-A984FF7DB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9C752-A36C-ED62-534C-78496F74C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E1293F-4800-EA13-2C49-6C491B79B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9259A9-C3B1-A6CE-A4FD-8C224D693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DB546-DD1B-4B0B-AEE5-67592C63CC73}" type="datetimeFigureOut">
              <a:rPr lang="en-ZA" smtClean="0"/>
              <a:t>2026/05/23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86F726-937F-CCA9-8E71-D83EFA680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9F073E-9212-16E3-96CB-7FDF6C2AD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63993-5C86-4779-8E81-A26DAC91427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95000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5538B-A08A-FE65-DA7B-3386D159A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10BCB5-AE3E-7A57-4B4B-C537999D81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07513-2A00-0422-661F-B19FF50B20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53051-28D6-B344-CB30-9724D1774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DB546-DD1B-4B0B-AEE5-67592C63CC73}" type="datetimeFigureOut">
              <a:rPr lang="en-ZA" smtClean="0"/>
              <a:t>2026/05/23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88BF3-D33E-7C4B-3C8F-0C1642321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B1D58D-8AB9-1AB2-EDFD-B7E1B1651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63993-5C86-4779-8E81-A26DAC91427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89868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34C6C-6BC4-8091-9203-F75B3E890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1A6A80-5122-6CAD-29C2-7506DAB63D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31985-0165-C70F-1A13-C0B821980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DB546-DD1B-4B0B-AEE5-67592C63CC73}" type="datetimeFigureOut">
              <a:rPr lang="en-ZA" smtClean="0"/>
              <a:t>2026/05/23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C3891-EF7A-5ADE-44E9-2F6C79D67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43BE5-D345-62EF-4BC6-DF9E88E7D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63993-5C86-4779-8E81-A26DAC91427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93631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D6B7C8-C3B8-345E-591E-BB886F22C6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353F13-C54F-B661-7E29-A8BA3C97F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A81FF-18CC-BBE5-6867-BCF96A673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DB546-DD1B-4B0B-AEE5-67592C63CC73}" type="datetimeFigureOut">
              <a:rPr lang="en-ZA" smtClean="0"/>
              <a:t>2026/05/23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3100D-7CA4-160A-4094-AA426BA79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72635-269B-E662-7230-CD8B432E5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63993-5C86-4779-8E81-A26DAC91427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8312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1A107D-4EC1-0BCE-766D-6C2A54C90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20A9D-62A9-2837-F961-CEA432CC7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4304F-01C6-4A60-0507-1431EF56B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0DB546-DD1B-4B0B-AEE5-67592C63CC73}" type="datetimeFigureOut">
              <a:rPr lang="en-ZA" smtClean="0"/>
              <a:t>2026/05/23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C37E5-0566-7566-D52B-3CD0C13B3C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3D445-9C04-252A-9FCE-8B09DAFB24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63993-5C86-4779-8E81-A26DAC91427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89966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7F055DF-CA0C-2438-72BA-BF7B9FF11B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42" y="247206"/>
            <a:ext cx="3048425" cy="636358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9184C74-39F2-2D9D-89D6-D342350D66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337" y="254583"/>
            <a:ext cx="3969687" cy="636358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82F7FCF-1F9F-D27C-8E03-98D8F460BD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026" y="0"/>
            <a:ext cx="4739148" cy="679227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2B20FE1-3F9C-4982-48A2-00268D7334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582" y="1982886"/>
            <a:ext cx="1514686" cy="581106"/>
          </a:xfrm>
          <a:prstGeom prst="rect">
            <a:avLst/>
          </a:prstGeom>
        </p:spPr>
      </p:pic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81742F5-6D2B-3EBE-C3F8-5EAB65F254F6}"/>
              </a:ext>
            </a:extLst>
          </p:cNvPr>
          <p:cNvCxnSpPr/>
          <p:nvPr/>
        </p:nvCxnSpPr>
        <p:spPr>
          <a:xfrm flipV="1">
            <a:off x="1779639" y="993058"/>
            <a:ext cx="0" cy="3637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19487A8-9855-6BB0-8319-4528F2E09069}"/>
              </a:ext>
            </a:extLst>
          </p:cNvPr>
          <p:cNvCxnSpPr/>
          <p:nvPr/>
        </p:nvCxnSpPr>
        <p:spPr>
          <a:xfrm flipH="1">
            <a:off x="1052052" y="993058"/>
            <a:ext cx="72758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BEF5FDA-B8B4-5FBF-39F8-77B53B9AA476}"/>
              </a:ext>
            </a:extLst>
          </p:cNvPr>
          <p:cNvCxnSpPr/>
          <p:nvPr/>
        </p:nvCxnSpPr>
        <p:spPr>
          <a:xfrm flipV="1">
            <a:off x="1052052" y="855406"/>
            <a:ext cx="0" cy="1376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9C9C239-0AF9-876E-5997-5BFA5AD237F6}"/>
              </a:ext>
            </a:extLst>
          </p:cNvPr>
          <p:cNvCxnSpPr/>
          <p:nvPr/>
        </p:nvCxnSpPr>
        <p:spPr>
          <a:xfrm flipV="1">
            <a:off x="1710813" y="1809135"/>
            <a:ext cx="0" cy="2458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A823914B-FE33-3663-3344-ECF98EDE1135}"/>
              </a:ext>
            </a:extLst>
          </p:cNvPr>
          <p:cNvCxnSpPr/>
          <p:nvPr/>
        </p:nvCxnSpPr>
        <p:spPr>
          <a:xfrm flipH="1">
            <a:off x="422787" y="1809135"/>
            <a:ext cx="12880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7C88FD21-1948-7BFC-67AB-7BA7309A347E}"/>
              </a:ext>
            </a:extLst>
          </p:cNvPr>
          <p:cNvCxnSpPr/>
          <p:nvPr/>
        </p:nvCxnSpPr>
        <p:spPr>
          <a:xfrm>
            <a:off x="422787" y="747252"/>
            <a:ext cx="0" cy="10618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E142008B-7469-C120-4C7C-FCA3160A1394}"/>
              </a:ext>
            </a:extLst>
          </p:cNvPr>
          <p:cNvCxnSpPr/>
          <p:nvPr/>
        </p:nvCxnSpPr>
        <p:spPr>
          <a:xfrm>
            <a:off x="422787" y="766916"/>
            <a:ext cx="32446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6DAB7C7-85D3-15C6-134D-20381455CCB9}"/>
              </a:ext>
            </a:extLst>
          </p:cNvPr>
          <p:cNvCxnSpPr>
            <a:cxnSpLocks/>
          </p:cNvCxnSpPr>
          <p:nvPr/>
        </p:nvCxnSpPr>
        <p:spPr>
          <a:xfrm>
            <a:off x="422787" y="3116826"/>
            <a:ext cx="12880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C7DCF5BC-B47A-68AF-3533-61EC4E23CAFB}"/>
              </a:ext>
            </a:extLst>
          </p:cNvPr>
          <p:cNvCxnSpPr>
            <a:cxnSpLocks/>
          </p:cNvCxnSpPr>
          <p:nvPr/>
        </p:nvCxnSpPr>
        <p:spPr>
          <a:xfrm flipH="1">
            <a:off x="405502" y="1809135"/>
            <a:ext cx="17285" cy="13076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18E54140-A34E-117F-BDEA-78F1EDEB69B8}"/>
              </a:ext>
            </a:extLst>
          </p:cNvPr>
          <p:cNvCxnSpPr/>
          <p:nvPr/>
        </p:nvCxnSpPr>
        <p:spPr>
          <a:xfrm>
            <a:off x="1710813" y="2959510"/>
            <a:ext cx="0" cy="1573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25DEB904-6481-9E31-4D96-7BF350ED3E98}"/>
              </a:ext>
            </a:extLst>
          </p:cNvPr>
          <p:cNvCxnSpPr>
            <a:cxnSpLocks/>
          </p:cNvCxnSpPr>
          <p:nvPr/>
        </p:nvCxnSpPr>
        <p:spPr>
          <a:xfrm flipH="1">
            <a:off x="526082" y="3569110"/>
            <a:ext cx="2211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8EDCD106-A4A6-5356-763D-9F14A3A56507}"/>
              </a:ext>
            </a:extLst>
          </p:cNvPr>
          <p:cNvCxnSpPr>
            <a:cxnSpLocks/>
          </p:cNvCxnSpPr>
          <p:nvPr/>
        </p:nvCxnSpPr>
        <p:spPr>
          <a:xfrm>
            <a:off x="526082" y="2841523"/>
            <a:ext cx="0" cy="727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3B3E4408-AEAF-109B-0A22-EC431E4EAC75}"/>
              </a:ext>
            </a:extLst>
          </p:cNvPr>
          <p:cNvCxnSpPr>
            <a:cxnSpLocks/>
          </p:cNvCxnSpPr>
          <p:nvPr/>
        </p:nvCxnSpPr>
        <p:spPr>
          <a:xfrm>
            <a:off x="526082" y="2841523"/>
            <a:ext cx="1800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BFFBA52E-8250-3F4D-EC94-291968CC89C2}"/>
              </a:ext>
            </a:extLst>
          </p:cNvPr>
          <p:cNvCxnSpPr/>
          <p:nvPr/>
        </p:nvCxnSpPr>
        <p:spPr>
          <a:xfrm flipV="1">
            <a:off x="1779639" y="3854245"/>
            <a:ext cx="0" cy="3244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D5D8E924-42A5-FCA9-477F-FEE950A6ACB7}"/>
              </a:ext>
            </a:extLst>
          </p:cNvPr>
          <p:cNvCxnSpPr/>
          <p:nvPr/>
        </p:nvCxnSpPr>
        <p:spPr>
          <a:xfrm flipH="1">
            <a:off x="244726" y="3854245"/>
            <a:ext cx="152508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44516CFE-C19D-0CFB-92CC-75E5E71E836A}"/>
              </a:ext>
            </a:extLst>
          </p:cNvPr>
          <p:cNvCxnSpPr>
            <a:cxnSpLocks/>
          </p:cNvCxnSpPr>
          <p:nvPr/>
        </p:nvCxnSpPr>
        <p:spPr>
          <a:xfrm>
            <a:off x="244726" y="1356852"/>
            <a:ext cx="0" cy="24973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EEF4FDF9-BDC2-39E2-5954-A1F8023247B2}"/>
              </a:ext>
            </a:extLst>
          </p:cNvPr>
          <p:cNvCxnSpPr>
            <a:cxnSpLocks/>
          </p:cNvCxnSpPr>
          <p:nvPr/>
        </p:nvCxnSpPr>
        <p:spPr>
          <a:xfrm flipV="1">
            <a:off x="244726" y="1361769"/>
            <a:ext cx="502526" cy="73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26448469-2EE0-2757-1742-B6C18F1167EC}"/>
              </a:ext>
            </a:extLst>
          </p:cNvPr>
          <p:cNvCxnSpPr>
            <a:cxnSpLocks/>
          </p:cNvCxnSpPr>
          <p:nvPr/>
        </p:nvCxnSpPr>
        <p:spPr>
          <a:xfrm>
            <a:off x="2703871" y="2448232"/>
            <a:ext cx="0" cy="17304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432D4600-58A1-A2B2-B2A6-1707892BD653}"/>
              </a:ext>
            </a:extLst>
          </p:cNvPr>
          <p:cNvCxnSpPr>
            <a:cxnSpLocks/>
          </p:cNvCxnSpPr>
          <p:nvPr/>
        </p:nvCxnSpPr>
        <p:spPr>
          <a:xfrm flipH="1">
            <a:off x="1248697" y="2467897"/>
            <a:ext cx="14453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601669AF-4C62-B901-7FCE-708081A25060}"/>
              </a:ext>
            </a:extLst>
          </p:cNvPr>
          <p:cNvCxnSpPr>
            <a:cxnSpLocks/>
          </p:cNvCxnSpPr>
          <p:nvPr/>
        </p:nvCxnSpPr>
        <p:spPr>
          <a:xfrm flipV="1">
            <a:off x="1248697" y="2261419"/>
            <a:ext cx="0" cy="2064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AE9F7469-6F95-D2C1-936E-331C8C835402}"/>
              </a:ext>
            </a:extLst>
          </p:cNvPr>
          <p:cNvCxnSpPr>
            <a:cxnSpLocks/>
          </p:cNvCxnSpPr>
          <p:nvPr/>
        </p:nvCxnSpPr>
        <p:spPr>
          <a:xfrm>
            <a:off x="1971368" y="4591663"/>
            <a:ext cx="0" cy="2976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D255C84A-2814-1D0A-A548-49E6CEFC738E}"/>
              </a:ext>
            </a:extLst>
          </p:cNvPr>
          <p:cNvCxnSpPr>
            <a:cxnSpLocks/>
          </p:cNvCxnSpPr>
          <p:nvPr/>
        </p:nvCxnSpPr>
        <p:spPr>
          <a:xfrm flipH="1">
            <a:off x="1135623" y="4591663"/>
            <a:ext cx="835745" cy="98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63878D1F-5B57-186C-5AE5-1A3844A47162}"/>
              </a:ext>
            </a:extLst>
          </p:cNvPr>
          <p:cNvCxnSpPr>
            <a:cxnSpLocks/>
          </p:cNvCxnSpPr>
          <p:nvPr/>
        </p:nvCxnSpPr>
        <p:spPr>
          <a:xfrm flipV="1">
            <a:off x="1135622" y="4400550"/>
            <a:ext cx="0" cy="2009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: Elbow 179">
            <a:extLst>
              <a:ext uri="{FF2B5EF4-FFF2-40B4-BE49-F238E27FC236}">
                <a16:creationId xmlns:a16="http://schemas.microsoft.com/office/drawing/2014/main" id="{47906B3B-8D60-5929-8F73-26B83A9373C7}"/>
              </a:ext>
            </a:extLst>
          </p:cNvPr>
          <p:cNvCxnSpPr>
            <a:cxnSpLocks/>
          </p:cNvCxnSpPr>
          <p:nvPr/>
        </p:nvCxnSpPr>
        <p:spPr>
          <a:xfrm rot="16200000" flipV="1">
            <a:off x="1059504" y="5837804"/>
            <a:ext cx="550448" cy="43753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: Elbow 195">
            <a:extLst>
              <a:ext uri="{FF2B5EF4-FFF2-40B4-BE49-F238E27FC236}">
                <a16:creationId xmlns:a16="http://schemas.microsoft.com/office/drawing/2014/main" id="{8E2C7E95-5F5B-BA21-89BD-16CA23924C86}"/>
              </a:ext>
            </a:extLst>
          </p:cNvPr>
          <p:cNvCxnSpPr/>
          <p:nvPr/>
        </p:nvCxnSpPr>
        <p:spPr>
          <a:xfrm rot="16200000" flipV="1">
            <a:off x="3839497" y="791497"/>
            <a:ext cx="609600" cy="521110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: Elbow 200">
            <a:extLst>
              <a:ext uri="{FF2B5EF4-FFF2-40B4-BE49-F238E27FC236}">
                <a16:creationId xmlns:a16="http://schemas.microsoft.com/office/drawing/2014/main" id="{59E2ABA5-C461-71A9-07EE-73295CCE0F3D}"/>
              </a:ext>
            </a:extLst>
          </p:cNvPr>
          <p:cNvCxnSpPr>
            <a:cxnSpLocks/>
          </p:cNvCxnSpPr>
          <p:nvPr/>
        </p:nvCxnSpPr>
        <p:spPr>
          <a:xfrm rot="5400000">
            <a:off x="1817013" y="3536650"/>
            <a:ext cx="2928191" cy="377728"/>
          </a:xfrm>
          <a:prstGeom prst="bentConnector3">
            <a:avLst>
              <a:gd name="adj1" fmla="val 1984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80F9EA30-533A-50D8-3430-BF1C40F760B7}"/>
              </a:ext>
            </a:extLst>
          </p:cNvPr>
          <p:cNvCxnSpPr>
            <a:cxnSpLocks/>
          </p:cNvCxnSpPr>
          <p:nvPr/>
        </p:nvCxnSpPr>
        <p:spPr>
          <a:xfrm>
            <a:off x="1066800" y="5189610"/>
            <a:ext cx="20254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65188935-A89E-49AF-8F3D-F6C7B14EF190}"/>
              </a:ext>
            </a:extLst>
          </p:cNvPr>
          <p:cNvCxnSpPr>
            <a:cxnSpLocks/>
          </p:cNvCxnSpPr>
          <p:nvPr/>
        </p:nvCxnSpPr>
        <p:spPr>
          <a:xfrm flipV="1">
            <a:off x="1066798" y="5096320"/>
            <a:ext cx="0" cy="932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4E7EDC66-A186-F50A-B67B-E36B06D3B5BA}"/>
              </a:ext>
            </a:extLst>
          </p:cNvPr>
          <p:cNvCxnSpPr/>
          <p:nvPr/>
        </p:nvCxnSpPr>
        <p:spPr>
          <a:xfrm flipH="1">
            <a:off x="3092244" y="3038168"/>
            <a:ext cx="3777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: Elbow 234">
            <a:extLst>
              <a:ext uri="{FF2B5EF4-FFF2-40B4-BE49-F238E27FC236}">
                <a16:creationId xmlns:a16="http://schemas.microsoft.com/office/drawing/2014/main" id="{C35FE78C-D383-488A-2538-3768C7CE1FE7}"/>
              </a:ext>
            </a:extLst>
          </p:cNvPr>
          <p:cNvCxnSpPr>
            <a:cxnSpLocks/>
          </p:cNvCxnSpPr>
          <p:nvPr/>
        </p:nvCxnSpPr>
        <p:spPr>
          <a:xfrm rot="16200000" flipH="1">
            <a:off x="-2629509" y="2981155"/>
            <a:ext cx="6126385" cy="658484"/>
          </a:xfrm>
          <a:prstGeom prst="bentConnector3">
            <a:avLst>
              <a:gd name="adj1" fmla="val 10025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4F3D45D9-C4BD-7D66-6DFE-BDCE561CC101}"/>
              </a:ext>
            </a:extLst>
          </p:cNvPr>
          <p:cNvCxnSpPr/>
          <p:nvPr/>
        </p:nvCxnSpPr>
        <p:spPr>
          <a:xfrm>
            <a:off x="68826" y="247206"/>
            <a:ext cx="416789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396D1419-89ED-19F5-07EE-E3CAED9BF20F}"/>
              </a:ext>
            </a:extLst>
          </p:cNvPr>
          <p:cNvCxnSpPr/>
          <p:nvPr/>
        </p:nvCxnSpPr>
        <p:spPr>
          <a:xfrm>
            <a:off x="4246880" y="254583"/>
            <a:ext cx="0" cy="2635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8C08C2FC-F9A8-7C38-3AAD-EB2E7A508312}"/>
              </a:ext>
            </a:extLst>
          </p:cNvPr>
          <p:cNvCxnSpPr/>
          <p:nvPr/>
        </p:nvCxnSpPr>
        <p:spPr>
          <a:xfrm flipV="1">
            <a:off x="4551680" y="1727200"/>
            <a:ext cx="0" cy="426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2956C33D-C354-F8A6-910E-207DFE2FE4C6}"/>
              </a:ext>
            </a:extLst>
          </p:cNvPr>
          <p:cNvCxnSpPr/>
          <p:nvPr/>
        </p:nvCxnSpPr>
        <p:spPr>
          <a:xfrm flipH="1">
            <a:off x="3700524" y="1727200"/>
            <a:ext cx="8432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92566486-974E-2FD4-A1E4-40F44DA5969D}"/>
              </a:ext>
            </a:extLst>
          </p:cNvPr>
          <p:cNvCxnSpPr/>
          <p:nvPr/>
        </p:nvCxnSpPr>
        <p:spPr>
          <a:xfrm flipV="1">
            <a:off x="3700524" y="1584960"/>
            <a:ext cx="0" cy="1422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: Elbow 250">
            <a:extLst>
              <a:ext uri="{FF2B5EF4-FFF2-40B4-BE49-F238E27FC236}">
                <a16:creationId xmlns:a16="http://schemas.microsoft.com/office/drawing/2014/main" id="{59716F23-1CFF-EA96-2445-AC30FDFF9A03}"/>
              </a:ext>
            </a:extLst>
          </p:cNvPr>
          <p:cNvCxnSpPr>
            <a:cxnSpLocks/>
          </p:cNvCxnSpPr>
          <p:nvPr/>
        </p:nvCxnSpPr>
        <p:spPr>
          <a:xfrm rot="5400000">
            <a:off x="2322856" y="4070652"/>
            <a:ext cx="2863020" cy="1132348"/>
          </a:xfrm>
          <a:prstGeom prst="bentConnector3">
            <a:avLst>
              <a:gd name="adj1" fmla="val 10077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6FA89E4A-793A-16C2-0354-80692AEAAB3A}"/>
              </a:ext>
            </a:extLst>
          </p:cNvPr>
          <p:cNvCxnSpPr/>
          <p:nvPr/>
        </p:nvCxnSpPr>
        <p:spPr>
          <a:xfrm flipH="1">
            <a:off x="1553495" y="6056571"/>
            <a:ext cx="1616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7416AD5D-24B3-F31C-F227-093CBCDB2A2F}"/>
              </a:ext>
            </a:extLst>
          </p:cNvPr>
          <p:cNvCxnSpPr/>
          <p:nvPr/>
        </p:nvCxnSpPr>
        <p:spPr>
          <a:xfrm flipV="1">
            <a:off x="4289425" y="3707068"/>
            <a:ext cx="0" cy="780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6CD4DB9B-F8FE-4A5B-70FF-98A2798B0ACB}"/>
              </a:ext>
            </a:extLst>
          </p:cNvPr>
          <p:cNvCxnSpPr/>
          <p:nvPr/>
        </p:nvCxnSpPr>
        <p:spPr>
          <a:xfrm flipH="1">
            <a:off x="226946" y="3707068"/>
            <a:ext cx="407581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5DB31E1-3E9E-144F-0842-56E21602A00F}"/>
              </a:ext>
            </a:extLst>
          </p:cNvPr>
          <p:cNvCxnSpPr>
            <a:cxnSpLocks/>
          </p:cNvCxnSpPr>
          <p:nvPr/>
        </p:nvCxnSpPr>
        <p:spPr>
          <a:xfrm>
            <a:off x="4689987" y="4031226"/>
            <a:ext cx="0" cy="2359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1FE58B8-A41A-887C-AE23-4FDC76A3E3E7}"/>
              </a:ext>
            </a:extLst>
          </p:cNvPr>
          <p:cNvCxnSpPr>
            <a:cxnSpLocks/>
          </p:cNvCxnSpPr>
          <p:nvPr/>
        </p:nvCxnSpPr>
        <p:spPr>
          <a:xfrm flipH="1">
            <a:off x="3414337" y="4267200"/>
            <a:ext cx="12756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12F613-961B-4760-8B11-649D0B84FC76}"/>
              </a:ext>
            </a:extLst>
          </p:cNvPr>
          <p:cNvCxnSpPr/>
          <p:nvPr/>
        </p:nvCxnSpPr>
        <p:spPr>
          <a:xfrm>
            <a:off x="3414337" y="4267200"/>
            <a:ext cx="0" cy="12781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8964DFA-87BB-D1D7-7A6C-3EB35579DF9B}"/>
              </a:ext>
            </a:extLst>
          </p:cNvPr>
          <p:cNvCxnSpPr/>
          <p:nvPr/>
        </p:nvCxnSpPr>
        <p:spPr>
          <a:xfrm>
            <a:off x="3414337" y="5551170"/>
            <a:ext cx="8705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5C180DE1-1112-744A-A45B-99DB24906C2C}"/>
              </a:ext>
            </a:extLst>
          </p:cNvPr>
          <p:cNvCxnSpPr>
            <a:cxnSpLocks/>
          </p:cNvCxnSpPr>
          <p:nvPr/>
        </p:nvCxnSpPr>
        <p:spPr>
          <a:xfrm rot="10800000">
            <a:off x="1052052" y="2467897"/>
            <a:ext cx="3194830" cy="2421430"/>
          </a:xfrm>
          <a:prstGeom prst="bentConnector3">
            <a:avLst>
              <a:gd name="adj1" fmla="val 29965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2C5DD51-EC41-4369-FA68-054645B92DFD}"/>
              </a:ext>
            </a:extLst>
          </p:cNvPr>
          <p:cNvCxnSpPr/>
          <p:nvPr/>
        </p:nvCxnSpPr>
        <p:spPr>
          <a:xfrm flipH="1" flipV="1">
            <a:off x="4236720" y="4846320"/>
            <a:ext cx="10160" cy="430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C05B00C-DB9F-542D-6FD0-B3821FD80BBA}"/>
              </a:ext>
            </a:extLst>
          </p:cNvPr>
          <p:cNvCxnSpPr/>
          <p:nvPr/>
        </p:nvCxnSpPr>
        <p:spPr>
          <a:xfrm flipH="1" flipV="1">
            <a:off x="1052052" y="2261418"/>
            <a:ext cx="14746" cy="2015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DFAAB38-B5B9-A86A-52B3-75A1FDC78E51}"/>
              </a:ext>
            </a:extLst>
          </p:cNvPr>
          <p:cNvCxnSpPr>
            <a:cxnSpLocks/>
          </p:cNvCxnSpPr>
          <p:nvPr/>
        </p:nvCxnSpPr>
        <p:spPr>
          <a:xfrm>
            <a:off x="4815840" y="4846320"/>
            <a:ext cx="10160" cy="2966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57075404-1943-97F1-BD4F-A2CA0DC8FACE}"/>
              </a:ext>
            </a:extLst>
          </p:cNvPr>
          <p:cNvCxnSpPr/>
          <p:nvPr/>
        </p:nvCxnSpPr>
        <p:spPr>
          <a:xfrm rot="10800000">
            <a:off x="1334728" y="4513007"/>
            <a:ext cx="3491272" cy="629959"/>
          </a:xfrm>
          <a:prstGeom prst="bentConnector3">
            <a:avLst>
              <a:gd name="adj1" fmla="val 47963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CF00022-503E-311A-2E3B-FCA0CBE99C29}"/>
              </a:ext>
            </a:extLst>
          </p:cNvPr>
          <p:cNvCxnSpPr>
            <a:cxnSpLocks/>
          </p:cNvCxnSpPr>
          <p:nvPr/>
        </p:nvCxnSpPr>
        <p:spPr>
          <a:xfrm flipV="1">
            <a:off x="1334728" y="4370070"/>
            <a:ext cx="0" cy="1429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E2F4CA61-C1AC-5EEA-16F5-579D0268C6F2}"/>
              </a:ext>
            </a:extLst>
          </p:cNvPr>
          <p:cNvCxnSpPr>
            <a:cxnSpLocks/>
          </p:cNvCxnSpPr>
          <p:nvPr/>
        </p:nvCxnSpPr>
        <p:spPr>
          <a:xfrm rot="16200000" flipV="1">
            <a:off x="3647129" y="5682036"/>
            <a:ext cx="602661" cy="495867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090EA48-625F-49F0-8272-6C8492C0EF3A}"/>
              </a:ext>
            </a:extLst>
          </p:cNvPr>
          <p:cNvCxnSpPr/>
          <p:nvPr/>
        </p:nvCxnSpPr>
        <p:spPr>
          <a:xfrm>
            <a:off x="8173720" y="482600"/>
            <a:ext cx="0" cy="177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9BB8B0F-5E03-C0DE-759D-5F43D895B151}"/>
              </a:ext>
            </a:extLst>
          </p:cNvPr>
          <p:cNvCxnSpPr/>
          <p:nvPr/>
        </p:nvCxnSpPr>
        <p:spPr>
          <a:xfrm flipH="1">
            <a:off x="7384024" y="665480"/>
            <a:ext cx="7998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4AE5481-EC79-3D66-4321-6F1A9A87576F}"/>
              </a:ext>
            </a:extLst>
          </p:cNvPr>
          <p:cNvCxnSpPr>
            <a:cxnSpLocks/>
          </p:cNvCxnSpPr>
          <p:nvPr/>
        </p:nvCxnSpPr>
        <p:spPr>
          <a:xfrm>
            <a:off x="7384024" y="660400"/>
            <a:ext cx="0" cy="51209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933301F-7F6F-CF50-C52A-8DDC3B32D855}"/>
              </a:ext>
            </a:extLst>
          </p:cNvPr>
          <p:cNvCxnSpPr/>
          <p:nvPr/>
        </p:nvCxnSpPr>
        <p:spPr>
          <a:xfrm flipH="1">
            <a:off x="3754366" y="5781347"/>
            <a:ext cx="36296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8720377-7CE4-5596-0A21-C79B68DFD4DD}"/>
              </a:ext>
            </a:extLst>
          </p:cNvPr>
          <p:cNvCxnSpPr/>
          <p:nvPr/>
        </p:nvCxnSpPr>
        <p:spPr>
          <a:xfrm flipV="1">
            <a:off x="3754366" y="5628638"/>
            <a:ext cx="0" cy="1527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F4AFECF2-0027-7B52-B791-A1F65FC1CCE2}"/>
              </a:ext>
            </a:extLst>
          </p:cNvPr>
          <p:cNvCxnSpPr>
            <a:cxnSpLocks/>
          </p:cNvCxnSpPr>
          <p:nvPr/>
        </p:nvCxnSpPr>
        <p:spPr>
          <a:xfrm rot="10800000" flipV="1">
            <a:off x="7384026" y="1174954"/>
            <a:ext cx="1016714" cy="190499"/>
          </a:xfrm>
          <a:prstGeom prst="bentConnector3">
            <a:avLst>
              <a:gd name="adj1" fmla="val 4548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3EA9CF53-6AE2-20EB-E57D-200AB0235344}"/>
              </a:ext>
            </a:extLst>
          </p:cNvPr>
          <p:cNvCxnSpPr/>
          <p:nvPr/>
        </p:nvCxnSpPr>
        <p:spPr>
          <a:xfrm rot="5400000" flipH="1" flipV="1">
            <a:off x="7288161" y="1388807"/>
            <a:ext cx="634181" cy="206477"/>
          </a:xfrm>
          <a:prstGeom prst="bentConnector3">
            <a:avLst>
              <a:gd name="adj1" fmla="val 8565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1A9DF8C6-5999-D875-1A15-85915CB53238}"/>
              </a:ext>
            </a:extLst>
          </p:cNvPr>
          <p:cNvCxnSpPr/>
          <p:nvPr/>
        </p:nvCxnSpPr>
        <p:spPr>
          <a:xfrm>
            <a:off x="7892383" y="2563992"/>
            <a:ext cx="0" cy="1497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D6E56E2-705B-A18C-DFEB-1609412AE273}"/>
              </a:ext>
            </a:extLst>
          </p:cNvPr>
          <p:cNvCxnSpPr/>
          <p:nvPr/>
        </p:nvCxnSpPr>
        <p:spPr>
          <a:xfrm>
            <a:off x="7892383" y="2723535"/>
            <a:ext cx="25991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B650850A-981C-15D1-A039-F05402707AFD}"/>
              </a:ext>
            </a:extLst>
          </p:cNvPr>
          <p:cNvCxnSpPr/>
          <p:nvPr/>
        </p:nvCxnSpPr>
        <p:spPr>
          <a:xfrm flipV="1">
            <a:off x="10491582" y="660400"/>
            <a:ext cx="0" cy="20533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FDB61678-614D-146A-21F4-8E8BBE8275B9}"/>
              </a:ext>
            </a:extLst>
          </p:cNvPr>
          <p:cNvCxnSpPr>
            <a:cxnSpLocks/>
          </p:cNvCxnSpPr>
          <p:nvPr/>
        </p:nvCxnSpPr>
        <p:spPr>
          <a:xfrm rot="10800000">
            <a:off x="7783952" y="482600"/>
            <a:ext cx="2707630" cy="177801"/>
          </a:xfrm>
          <a:prstGeom prst="bentConnector3">
            <a:avLst>
              <a:gd name="adj1" fmla="val 9974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8F891F60-388A-2E9C-866D-17A94C6C2014}"/>
              </a:ext>
            </a:extLst>
          </p:cNvPr>
          <p:cNvCxnSpPr/>
          <p:nvPr/>
        </p:nvCxnSpPr>
        <p:spPr>
          <a:xfrm>
            <a:off x="8272724" y="3261114"/>
            <a:ext cx="0" cy="1752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3457F623-5784-E429-0C29-F4B5A379F0B4}"/>
              </a:ext>
            </a:extLst>
          </p:cNvPr>
          <p:cNvCxnSpPr>
            <a:cxnSpLocks/>
          </p:cNvCxnSpPr>
          <p:nvPr/>
        </p:nvCxnSpPr>
        <p:spPr>
          <a:xfrm rot="10800000">
            <a:off x="1311486" y="2408504"/>
            <a:ext cx="6960791" cy="1020501"/>
          </a:xfrm>
          <a:prstGeom prst="bentConnector3">
            <a:avLst>
              <a:gd name="adj1" fmla="val 44921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E9676179-7B1B-739A-F674-2D7E2FAE318D}"/>
              </a:ext>
            </a:extLst>
          </p:cNvPr>
          <p:cNvCxnSpPr/>
          <p:nvPr/>
        </p:nvCxnSpPr>
        <p:spPr>
          <a:xfrm flipV="1">
            <a:off x="1334727" y="2261418"/>
            <a:ext cx="0" cy="1007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196894D8-8953-2391-F4C6-B5D110F6231E}"/>
              </a:ext>
            </a:extLst>
          </p:cNvPr>
          <p:cNvCxnSpPr/>
          <p:nvPr/>
        </p:nvCxnSpPr>
        <p:spPr>
          <a:xfrm flipV="1">
            <a:off x="8636000" y="3348745"/>
            <a:ext cx="0" cy="3583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D8E12980-0D52-D844-8E04-D44CDCB53AF8}"/>
              </a:ext>
            </a:extLst>
          </p:cNvPr>
          <p:cNvCxnSpPr>
            <a:cxnSpLocks/>
          </p:cNvCxnSpPr>
          <p:nvPr/>
        </p:nvCxnSpPr>
        <p:spPr>
          <a:xfrm flipH="1">
            <a:off x="7708490" y="3348745"/>
            <a:ext cx="9275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C28A9F33-B41F-04BE-3204-8AFFEF92E71C}"/>
              </a:ext>
            </a:extLst>
          </p:cNvPr>
          <p:cNvCxnSpPr>
            <a:cxnSpLocks/>
          </p:cNvCxnSpPr>
          <p:nvPr/>
        </p:nvCxnSpPr>
        <p:spPr>
          <a:xfrm flipV="1">
            <a:off x="7708490" y="3220873"/>
            <a:ext cx="0" cy="1278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F0EC46C-823F-8E6F-1540-2A4335A5304E}"/>
              </a:ext>
            </a:extLst>
          </p:cNvPr>
          <p:cNvCxnSpPr>
            <a:cxnSpLocks/>
          </p:cNvCxnSpPr>
          <p:nvPr/>
        </p:nvCxnSpPr>
        <p:spPr>
          <a:xfrm>
            <a:off x="11248925" y="2448232"/>
            <a:ext cx="0" cy="9005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D93ECB01-9E9D-777D-139F-1406FD68455F}"/>
              </a:ext>
            </a:extLst>
          </p:cNvPr>
          <p:cNvCxnSpPr/>
          <p:nvPr/>
        </p:nvCxnSpPr>
        <p:spPr>
          <a:xfrm flipH="1">
            <a:off x="7708490" y="3348745"/>
            <a:ext cx="3540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A5D794F3-CD52-2C0F-75E9-30C9D0341599}"/>
              </a:ext>
            </a:extLst>
          </p:cNvPr>
          <p:cNvCxnSpPr>
            <a:cxnSpLocks/>
          </p:cNvCxnSpPr>
          <p:nvPr/>
        </p:nvCxnSpPr>
        <p:spPr>
          <a:xfrm flipV="1">
            <a:off x="8400740" y="4031226"/>
            <a:ext cx="0" cy="3693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60C02736-0B5D-465B-2FA6-6C542BCEC72D}"/>
              </a:ext>
            </a:extLst>
          </p:cNvPr>
          <p:cNvCxnSpPr>
            <a:cxnSpLocks/>
          </p:cNvCxnSpPr>
          <p:nvPr/>
        </p:nvCxnSpPr>
        <p:spPr>
          <a:xfrm flipH="1">
            <a:off x="7431024" y="4031226"/>
            <a:ext cx="9697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: Elbow 154">
            <a:extLst>
              <a:ext uri="{FF2B5EF4-FFF2-40B4-BE49-F238E27FC236}">
                <a16:creationId xmlns:a16="http://schemas.microsoft.com/office/drawing/2014/main" id="{19D9F9F0-D513-74E1-4BF0-A37009A3359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38227" y="3549455"/>
            <a:ext cx="755362" cy="178683"/>
          </a:xfrm>
          <a:prstGeom prst="bentConnector3">
            <a:avLst>
              <a:gd name="adj1" fmla="val 8389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3A4D7A3F-9BED-63C4-A655-1874741B42C8}"/>
              </a:ext>
            </a:extLst>
          </p:cNvPr>
          <p:cNvCxnSpPr/>
          <p:nvPr/>
        </p:nvCxnSpPr>
        <p:spPr>
          <a:xfrm flipV="1">
            <a:off x="8272277" y="4827987"/>
            <a:ext cx="0" cy="268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: Elbow 163">
            <a:extLst>
              <a:ext uri="{FF2B5EF4-FFF2-40B4-BE49-F238E27FC236}">
                <a16:creationId xmlns:a16="http://schemas.microsoft.com/office/drawing/2014/main" id="{1875B661-4372-03CC-BDAE-FEC7D09C2F09}"/>
              </a:ext>
            </a:extLst>
          </p:cNvPr>
          <p:cNvCxnSpPr>
            <a:cxnSpLocks/>
          </p:cNvCxnSpPr>
          <p:nvPr/>
        </p:nvCxnSpPr>
        <p:spPr>
          <a:xfrm rot="10800000">
            <a:off x="7783953" y="4644293"/>
            <a:ext cx="488331" cy="183695"/>
          </a:xfrm>
          <a:prstGeom prst="bentConnector3">
            <a:avLst>
              <a:gd name="adj1" fmla="val 10097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13B2B9C7-36DF-1F2E-A249-72E1224F7B03}"/>
              </a:ext>
            </a:extLst>
          </p:cNvPr>
          <p:cNvCxnSpPr/>
          <p:nvPr/>
        </p:nvCxnSpPr>
        <p:spPr>
          <a:xfrm flipH="1">
            <a:off x="7426566" y="5929969"/>
            <a:ext cx="754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: Elbow 177">
            <a:extLst>
              <a:ext uri="{FF2B5EF4-FFF2-40B4-BE49-F238E27FC236}">
                <a16:creationId xmlns:a16="http://schemas.microsoft.com/office/drawing/2014/main" id="{04099DFC-833E-088A-D753-03D24F3A1B9A}"/>
              </a:ext>
            </a:extLst>
          </p:cNvPr>
          <p:cNvCxnSpPr/>
          <p:nvPr/>
        </p:nvCxnSpPr>
        <p:spPr>
          <a:xfrm rot="5400000" flipH="1" flipV="1">
            <a:off x="7250494" y="5471973"/>
            <a:ext cx="634069" cy="281924"/>
          </a:xfrm>
          <a:prstGeom prst="bentConnector3">
            <a:avLst>
              <a:gd name="adj1" fmla="val 5480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A284F324-AB14-BAEA-1A87-385D4BC02E71}"/>
              </a:ext>
            </a:extLst>
          </p:cNvPr>
          <p:cNvCxnSpPr/>
          <p:nvPr/>
        </p:nvCxnSpPr>
        <p:spPr>
          <a:xfrm flipV="1">
            <a:off x="8400740" y="6231300"/>
            <a:ext cx="0" cy="2812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EFE42755-7705-98A0-9889-8D78C0EC9726}"/>
              </a:ext>
            </a:extLst>
          </p:cNvPr>
          <p:cNvCxnSpPr/>
          <p:nvPr/>
        </p:nvCxnSpPr>
        <p:spPr>
          <a:xfrm flipH="1">
            <a:off x="6949440" y="6231300"/>
            <a:ext cx="14513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75BC74D1-4CE8-2F4B-A95F-FDBB14E0BC19}"/>
              </a:ext>
            </a:extLst>
          </p:cNvPr>
          <p:cNvCxnSpPr/>
          <p:nvPr/>
        </p:nvCxnSpPr>
        <p:spPr>
          <a:xfrm flipV="1">
            <a:off x="6949440" y="3348745"/>
            <a:ext cx="0" cy="28825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462765AF-3B38-10FB-F78C-F4698A478C69}"/>
              </a:ext>
            </a:extLst>
          </p:cNvPr>
          <p:cNvCxnSpPr/>
          <p:nvPr/>
        </p:nvCxnSpPr>
        <p:spPr>
          <a:xfrm>
            <a:off x="6954520" y="3348745"/>
            <a:ext cx="5994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FD478389-7E68-BE04-AE8F-BC259277343E}"/>
              </a:ext>
            </a:extLst>
          </p:cNvPr>
          <p:cNvCxnSpPr/>
          <p:nvPr/>
        </p:nvCxnSpPr>
        <p:spPr>
          <a:xfrm flipV="1">
            <a:off x="7564120" y="3220873"/>
            <a:ext cx="0" cy="1278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4769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 T September</dc:creator>
  <cp:lastModifiedBy>Mr. T September</cp:lastModifiedBy>
  <cp:revision>1</cp:revision>
  <dcterms:created xsi:type="dcterms:W3CDTF">2026-05-19T20:53:02Z</dcterms:created>
  <dcterms:modified xsi:type="dcterms:W3CDTF">2026-05-23T13:20:18Z</dcterms:modified>
</cp:coreProperties>
</file>